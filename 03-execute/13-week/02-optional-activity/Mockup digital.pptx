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2961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99" y="310897"/>
            <a:ext cx="8325733" cy="45719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86145" y="548640"/>
            <a:ext cx="824250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SENA Schedule Manager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82629" y="1691640"/>
            <a:ext cx="824602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4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Sistema web para gestionar horarios académicos en el SENA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86144" y="2606040"/>
            <a:ext cx="8196787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4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Miembros:</a:t>
            </a:r>
          </a:p>
          <a:p>
            <a:pPr marL="0" indent="0" algn="ctr">
              <a:buNone/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Juan Sebastian medina Cardozo</a:t>
            </a:r>
          </a:p>
          <a:p>
            <a:pPr marL="0" indent="0" algn="ctr">
              <a:buNone/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Tomas barrera Ortiz</a:t>
            </a:r>
          </a:p>
          <a:p>
            <a:pPr marL="0" indent="0" algn="ctr">
              <a:buNone/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Joan Sebastian Vargas Ramos</a:t>
            </a:r>
          </a:p>
          <a:p>
            <a:pPr marL="0" indent="0" algn="ctr">
              <a:buNone/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Julian Stiven Camargo Lopez</a:t>
            </a:r>
          </a:p>
          <a:p>
            <a:pPr marL="0" indent="0" algn="ctr">
              <a:buNone/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Jose Esneider Covaleda Hortua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CD3B743-8794-D59B-9C72-EDEF589B1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45" y="2568698"/>
            <a:ext cx="8242506" cy="48772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96FF1A1A-9B7F-D135-39C2-C04D82199E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629" y="4488105"/>
            <a:ext cx="8242506" cy="487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E71131C-81E0-0E41-D218-37F0BCECF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76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3671C99-D3C5-F664-26F2-C769A7D64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"/>
            <a:ext cx="918301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617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F8B6308-8138-C483-0CBE-5C1B489481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448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1A29EA2-8518-4E73-0143-5CA79A27B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692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FCDAF3B-1A3B-05C2-F3C8-C56AD9A62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007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F7135D2-6116-B442-376B-7F184CD5A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536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4507EEB-7DA3-5334-A4B2-DA4DAD604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806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34</Words>
  <Application>Microsoft Office PowerPoint</Application>
  <PresentationFormat>Presentación en pantalla (16:9)</PresentationFormat>
  <Paragraphs>9</Paragraphs>
  <Slides>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Times New Roman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SENA Schedule Manager</dc:title>
  <dc:subject>PptxGenJS Presentation</dc:subject>
  <dc:creator>PptxGenJS</dc:creator>
  <cp:lastModifiedBy>TANJINITSU KAMADO</cp:lastModifiedBy>
  <cp:revision>4</cp:revision>
  <dcterms:created xsi:type="dcterms:W3CDTF">2026-05-23T15:03:09Z</dcterms:created>
  <dcterms:modified xsi:type="dcterms:W3CDTF">2026-06-04T20:45:49Z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c111285-cafa-4fc9-8a9a-bd902089b24f_Enabled">
    <vt:lpwstr>true</vt:lpwstr>
  </property>
  <property fmtid="{D5CDD505-2E9C-101B-9397-08002B2CF9AE}" pid="3" name="MSIP_Label_fc111285-cafa-4fc9-8a9a-bd902089b24f_SetDate">
    <vt:lpwstr>2026-05-23T15:06:41Z</vt:lpwstr>
  </property>
  <property fmtid="{D5CDD505-2E9C-101B-9397-08002B2CF9AE}" pid="4" name="MSIP_Label_fc111285-cafa-4fc9-8a9a-bd902089b24f_Method">
    <vt:lpwstr>Privileged</vt:lpwstr>
  </property>
  <property fmtid="{D5CDD505-2E9C-101B-9397-08002B2CF9AE}" pid="5" name="MSIP_Label_fc111285-cafa-4fc9-8a9a-bd902089b24f_Name">
    <vt:lpwstr>Public</vt:lpwstr>
  </property>
  <property fmtid="{D5CDD505-2E9C-101B-9397-08002B2CF9AE}" pid="6" name="MSIP_Label_fc111285-cafa-4fc9-8a9a-bd902089b24f_SiteId">
    <vt:lpwstr>cbc2c381-2f2e-4d93-91d1-506c9316ace7</vt:lpwstr>
  </property>
  <property fmtid="{D5CDD505-2E9C-101B-9397-08002B2CF9AE}" pid="7" name="MSIP_Label_fc111285-cafa-4fc9-8a9a-bd902089b24f_ActionId">
    <vt:lpwstr>638bdaa4-220b-4efc-bbca-028a7c9541a7</vt:lpwstr>
  </property>
  <property fmtid="{D5CDD505-2E9C-101B-9397-08002B2CF9AE}" pid="8" name="MSIP_Label_fc111285-cafa-4fc9-8a9a-bd902089b24f_ContentBits">
    <vt:lpwstr>0</vt:lpwstr>
  </property>
  <property fmtid="{D5CDD505-2E9C-101B-9397-08002B2CF9AE}" pid="9" name="MSIP_Label_fc111285-cafa-4fc9-8a9a-bd902089b24f_Tag">
    <vt:lpwstr>10, 0, 1, 1</vt:lpwstr>
  </property>
</Properties>
</file>